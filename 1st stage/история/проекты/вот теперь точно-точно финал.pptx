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580"/>
  </p:normalViewPr>
  <p:slideViewPr>
    <p:cSldViewPr snapToGrid="0" snapToObjects="1">
      <p:cViewPr varScale="1">
        <p:scale>
          <a:sx n="121" d="100"/>
          <a:sy n="121" d="100"/>
        </p:scale>
        <p:origin x="2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68A494-85EA-934F-B845-86139042B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9FC79C9-9B3D-5741-AD42-A25046D36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AC8D5A-6726-7E4B-9051-1BDA67A63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1B0FE-3B01-0649-976F-D77E70C585A7}" type="datetimeFigureOut">
              <a:rPr lang="ru-RU" smtClean="0"/>
              <a:t>10.11.2022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0466C9-CF11-304A-9D64-06DD2432C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9D45C0-02C7-1045-91E4-EED6836F9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1C32D-0479-8743-B71C-F1A5F5A894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3607523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B1E21B-74FE-6349-A8A8-265E19548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87A37E-3992-064C-BBF3-65444ACF6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78E4F8-2E8F-6F49-80D4-3FBA043B4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1B0FE-3B01-0649-976F-D77E70C585A7}" type="datetimeFigureOut">
              <a:rPr lang="ru-RU" smtClean="0"/>
              <a:t>10.11.2022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CE806D-9277-2642-97DE-D28614A18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6A4612-2A0B-E542-AB2D-F50015A72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1C32D-0479-8743-B71C-F1A5F5A894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7478985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C40687-4956-1849-A368-72957CDBF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2CE6B4C-6B37-9047-8ED3-5C6DA51E5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ED33D8-AB7E-5E45-A62E-A1CC526E7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1B0FE-3B01-0649-976F-D77E70C585A7}" type="datetimeFigureOut">
              <a:rPr lang="ru-RU" smtClean="0"/>
              <a:t>10.11.2022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7A781E-87CB-D14C-A30B-3D20BDB15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B51C12-8A62-D140-A8DA-6DDB847B6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1C32D-0479-8743-B71C-F1A5F5A894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4858873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9586D2-9E6D-CB4D-A1C8-A9EE09BBB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327DD0-BC29-2C41-82DD-746204ED0C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DE0947A-B73C-4149-8049-EC55150AF3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1196FF9-AD9F-6C41-A3FA-DF1326F73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1B0FE-3B01-0649-976F-D77E70C585A7}" type="datetimeFigureOut">
              <a:rPr lang="ru-RU" smtClean="0"/>
              <a:t>10.11.2022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831022D-0644-3145-A1DD-3C684F129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69B9B0B-EEFD-3446-82B6-F1991CBFE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1C32D-0479-8743-B71C-F1A5F5A894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3546246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B5E293-8357-F649-A04F-D6D7CE10D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D53AD00-6167-E247-9398-117406354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8BF6EF7-1006-FA43-A754-2A5A00D7D1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129CB37-8B71-B24C-922F-16CBFAD328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5621F8C-1F17-744F-9897-8FD560B82A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C9CA31B-B3D4-FB49-9AEA-E5F48D098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1B0FE-3B01-0649-976F-D77E70C585A7}" type="datetimeFigureOut">
              <a:rPr lang="ru-RU" smtClean="0"/>
              <a:t>10.11.2022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8AF7542-D4A3-1B4E-8C52-5E9662F3E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8C5E226-1455-D14F-B63B-08C483AAB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1C32D-0479-8743-B71C-F1A5F5A894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192772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CE2ECD-FACF-3C4E-B71E-18EC6FDAC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333B68E-7FD2-DC47-96BE-3F4A62F55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1B0FE-3B01-0649-976F-D77E70C585A7}" type="datetimeFigureOut">
              <a:rPr lang="ru-RU" smtClean="0"/>
              <a:t>10.11.2022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C2BECA2-9160-7D43-B918-CABB23F64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F264AF7-50A9-0645-8CB6-1006E7705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1C32D-0479-8743-B71C-F1A5F5A894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1860043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65624A8-1E96-BB46-8B73-30931A5BD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1B0FE-3B01-0649-976F-D77E70C585A7}" type="datetimeFigureOut">
              <a:rPr lang="ru-RU" smtClean="0"/>
              <a:t>10.11.2022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05FAE3E-CE00-6B42-BBD7-9B99AA1C4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A593FF-BEB9-764A-88EF-EBC427DF7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1C32D-0479-8743-B71C-F1A5F5A894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1979949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8F05F4-DE40-F045-8469-166F67306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B8EEAA-5225-E840-8E63-4F213D668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081EF89-CCD9-F046-8912-0892133F7E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A3A577E-08E9-1040-BE48-3327FACB3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1B0FE-3B01-0649-976F-D77E70C585A7}" type="datetimeFigureOut">
              <a:rPr lang="ru-RU" smtClean="0"/>
              <a:t>10.11.2022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4F5B3A5-B18A-1249-85A3-5082C5941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A9B0C7D-8E35-654B-AB82-F220BF1CA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1C32D-0479-8743-B71C-F1A5F5A894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6367501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7A1ED9-AF8E-0142-881D-890565F87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242170F-B025-EE44-B0F9-1DAEB98329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1A9426F-DAE2-B944-8A8A-D9E3299FCC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6D05E5F-EA29-8E4A-9529-B3EBD71A8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1B0FE-3B01-0649-976F-D77E70C585A7}" type="datetimeFigureOut">
              <a:rPr lang="ru-RU" smtClean="0"/>
              <a:t>10.11.2022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828AFEE-F5BD-D64A-BD91-18EA086AF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F23A6A4-D382-2540-8ACE-9CFBCEB5A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1C32D-0479-8743-B71C-F1A5F5A894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2586434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25A1F6-C08C-CA4E-8C2E-4EDD830EA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695DDD0-5694-0A4E-9A9E-7D778D3017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B8EECE-F1FD-574E-A3E6-56C1C7BD5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1B0FE-3B01-0649-976F-D77E70C585A7}" type="datetimeFigureOut">
              <a:rPr lang="ru-RU" smtClean="0"/>
              <a:t>10.11.2022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82E2C8-F05F-694F-BBAD-9898F19DF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4FDF05-D359-5645-A48E-C84501C2D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1C32D-0479-8743-B71C-F1A5F5A894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9401457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A391A91-2D48-8D4A-8BCA-2B9E5AAAD6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F29FDF4-1761-D74E-A0F0-EBE46CE96C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BCD9ADA-6CCC-6E43-8270-793EF8ECD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1B0FE-3B01-0649-976F-D77E70C585A7}" type="datetimeFigureOut">
              <a:rPr lang="ru-RU" smtClean="0"/>
              <a:t>10.11.2022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D7D14B-34B7-2E42-8105-64EA06F11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6DBED7-E797-D64E-9A76-DD3AAA8BA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1C32D-0479-8743-B71C-F1A5F5A894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7994587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B5FD8D-5B26-BA49-B54E-0F1898E62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027B0D-1702-A440-9A78-368D09D1C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8F0434-12AE-7947-8DCA-33CD4311EB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11B0FE-3B01-0649-976F-D77E70C585A7}" type="datetimeFigureOut">
              <a:rPr lang="ru-RU" smtClean="0"/>
              <a:t>10.11.2022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11F908-58E7-A74F-93A1-107614236A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AE7509-AABB-A347-8942-0AD466A8AB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61C32D-0479-8743-B71C-F1A5F5A894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79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DAF49E7-D65A-BC4B-807C-C527BB65F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77811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09B2CFF-A11C-E248-82FE-E8CBAFBBB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1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15536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3685497-0C88-0349-BC97-307D8A5C1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47745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AC7E1E5-4468-054D-8F6F-54AC25BFD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6939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A38E4F5-4265-5C44-84D1-1C10B7EB8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60760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17118A7-D24A-7F4C-BBBC-04AB226D7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32438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B7E84AE-68C1-7A43-ADC8-16F05C5D4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04174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2AEFD9E-406D-D445-A794-820E5D6A8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76275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93E1B30-5467-8D49-8994-E34B21365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45377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ABABA72-E1E2-1548-A5BB-16A08E08B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280240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BC741F2-21B0-4A4E-8BA6-D3058CC70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856036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D7152CA-3FD0-AD4C-B9AE-07B9692D8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276077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B91B8E6-D0C6-5C4F-9651-53A7D2B92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091754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29410E4-32A1-3941-93F0-49D07E445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170659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714A645-28BB-DF41-9E04-1B9935FBA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069167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D66D980-9031-874C-A9AC-3C430282F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1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54228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Широкоэкранный</PresentationFormat>
  <Paragraphs>0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Даниил Батманов</dc:creator>
  <cp:lastModifiedBy>Даниил Батманов</cp:lastModifiedBy>
  <cp:revision>1</cp:revision>
  <dcterms:created xsi:type="dcterms:W3CDTF">2022-11-10T07:07:07Z</dcterms:created>
  <dcterms:modified xsi:type="dcterms:W3CDTF">2022-11-10T07:09:42Z</dcterms:modified>
</cp:coreProperties>
</file>